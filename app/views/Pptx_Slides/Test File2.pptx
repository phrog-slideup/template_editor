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C43FB-CCC2-C570-961C-8398C1467A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F42323-36E8-D9D4-AFD5-D5756AB1D2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CD8E18-63ED-1455-B98D-60700E6D0CB3}"/>
              </a:ext>
            </a:extLst>
          </p:cNvPr>
          <p:cNvSpPr>
            <a:spLocks noGrp="1"/>
          </p:cNvSpPr>
          <p:nvPr>
            <p:ph type="dt" sz="half" idx="10"/>
          </p:nvPr>
        </p:nvSpPr>
        <p:spPr/>
        <p:txBody>
          <a:bodyPr/>
          <a:lstStyle/>
          <a:p>
            <a:fld id="{0E25E43C-0FFC-4EFD-9837-0576C238F228}" type="datetimeFigureOut">
              <a:rPr lang="en-US" smtClean="0"/>
              <a:t>3/10/2026</a:t>
            </a:fld>
            <a:endParaRPr lang="en-US"/>
          </a:p>
        </p:txBody>
      </p:sp>
      <p:sp>
        <p:nvSpPr>
          <p:cNvPr id="5" name="Footer Placeholder 4">
            <a:extLst>
              <a:ext uri="{FF2B5EF4-FFF2-40B4-BE49-F238E27FC236}">
                <a16:creationId xmlns:a16="http://schemas.microsoft.com/office/drawing/2014/main" id="{77AFE1BD-1B12-2A86-F367-E808228FED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3CD63-32B8-45C8-EE14-307A920CE862}"/>
              </a:ext>
            </a:extLst>
          </p:cNvPr>
          <p:cNvSpPr>
            <a:spLocks noGrp="1"/>
          </p:cNvSpPr>
          <p:nvPr>
            <p:ph type="sldNum" sz="quarter" idx="12"/>
          </p:nvPr>
        </p:nvSpPr>
        <p:spPr/>
        <p:txBody>
          <a:bodyPr/>
          <a:lstStyle/>
          <a:p>
            <a:fld id="{7DC68ACE-06D7-4BCE-B1C6-85828E15442A}" type="slidenum">
              <a:rPr lang="en-US" smtClean="0"/>
              <a:t>‹#›</a:t>
            </a:fld>
            <a:endParaRPr lang="en-US"/>
          </a:p>
        </p:txBody>
      </p:sp>
    </p:spTree>
    <p:extLst>
      <p:ext uri="{BB962C8B-B14F-4D97-AF65-F5344CB8AC3E}">
        <p14:creationId xmlns:p14="http://schemas.microsoft.com/office/powerpoint/2010/main" val="3713165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437F5-8F26-C8DD-200B-16E3469EE2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328CFF-3FFA-91F3-260F-6D80FD3F77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215505-447F-BA46-C14F-21531EBB03A2}"/>
              </a:ext>
            </a:extLst>
          </p:cNvPr>
          <p:cNvSpPr>
            <a:spLocks noGrp="1"/>
          </p:cNvSpPr>
          <p:nvPr>
            <p:ph type="dt" sz="half" idx="10"/>
          </p:nvPr>
        </p:nvSpPr>
        <p:spPr/>
        <p:txBody>
          <a:bodyPr/>
          <a:lstStyle/>
          <a:p>
            <a:fld id="{0E25E43C-0FFC-4EFD-9837-0576C238F228}" type="datetimeFigureOut">
              <a:rPr lang="en-US" smtClean="0"/>
              <a:t>3/10/2026</a:t>
            </a:fld>
            <a:endParaRPr lang="en-US"/>
          </a:p>
        </p:txBody>
      </p:sp>
      <p:sp>
        <p:nvSpPr>
          <p:cNvPr id="5" name="Footer Placeholder 4">
            <a:extLst>
              <a:ext uri="{FF2B5EF4-FFF2-40B4-BE49-F238E27FC236}">
                <a16:creationId xmlns:a16="http://schemas.microsoft.com/office/drawing/2014/main" id="{3AF75B32-1906-ED5E-A07D-5E8717AAAD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30D12A-4DC4-7260-5CAB-1B8CEB966F76}"/>
              </a:ext>
            </a:extLst>
          </p:cNvPr>
          <p:cNvSpPr>
            <a:spLocks noGrp="1"/>
          </p:cNvSpPr>
          <p:nvPr>
            <p:ph type="sldNum" sz="quarter" idx="12"/>
          </p:nvPr>
        </p:nvSpPr>
        <p:spPr/>
        <p:txBody>
          <a:bodyPr/>
          <a:lstStyle/>
          <a:p>
            <a:fld id="{7DC68ACE-06D7-4BCE-B1C6-85828E15442A}" type="slidenum">
              <a:rPr lang="en-US" smtClean="0"/>
              <a:t>‹#›</a:t>
            </a:fld>
            <a:endParaRPr lang="en-US"/>
          </a:p>
        </p:txBody>
      </p:sp>
    </p:spTree>
    <p:extLst>
      <p:ext uri="{BB962C8B-B14F-4D97-AF65-F5344CB8AC3E}">
        <p14:creationId xmlns:p14="http://schemas.microsoft.com/office/powerpoint/2010/main" val="1055634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E7D8B-A9D3-0BB7-2E0B-91AE400C68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402CC0-9C7C-85A7-4B89-E95F47ECC4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5F0F33-203A-829D-8EB6-E57A96CEB03A}"/>
              </a:ext>
            </a:extLst>
          </p:cNvPr>
          <p:cNvSpPr>
            <a:spLocks noGrp="1"/>
          </p:cNvSpPr>
          <p:nvPr>
            <p:ph type="dt" sz="half" idx="10"/>
          </p:nvPr>
        </p:nvSpPr>
        <p:spPr/>
        <p:txBody>
          <a:bodyPr/>
          <a:lstStyle/>
          <a:p>
            <a:fld id="{0E25E43C-0FFC-4EFD-9837-0576C238F228}" type="datetimeFigureOut">
              <a:rPr lang="en-US" smtClean="0"/>
              <a:t>3/10/2026</a:t>
            </a:fld>
            <a:endParaRPr lang="en-US"/>
          </a:p>
        </p:txBody>
      </p:sp>
      <p:sp>
        <p:nvSpPr>
          <p:cNvPr id="5" name="Footer Placeholder 4">
            <a:extLst>
              <a:ext uri="{FF2B5EF4-FFF2-40B4-BE49-F238E27FC236}">
                <a16:creationId xmlns:a16="http://schemas.microsoft.com/office/drawing/2014/main" id="{24A48389-8FF3-B527-D3F5-B9DDBDD8F2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71BA30-144C-663C-4FE8-7F03E3DB3994}"/>
              </a:ext>
            </a:extLst>
          </p:cNvPr>
          <p:cNvSpPr>
            <a:spLocks noGrp="1"/>
          </p:cNvSpPr>
          <p:nvPr>
            <p:ph type="sldNum" sz="quarter" idx="12"/>
          </p:nvPr>
        </p:nvSpPr>
        <p:spPr/>
        <p:txBody>
          <a:bodyPr/>
          <a:lstStyle/>
          <a:p>
            <a:fld id="{7DC68ACE-06D7-4BCE-B1C6-85828E15442A}" type="slidenum">
              <a:rPr lang="en-US" smtClean="0"/>
              <a:t>‹#›</a:t>
            </a:fld>
            <a:endParaRPr lang="en-US"/>
          </a:p>
        </p:txBody>
      </p:sp>
    </p:spTree>
    <p:extLst>
      <p:ext uri="{BB962C8B-B14F-4D97-AF65-F5344CB8AC3E}">
        <p14:creationId xmlns:p14="http://schemas.microsoft.com/office/powerpoint/2010/main" val="2003735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43433-9C52-1C7B-CD43-8FE07D1833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86C584-DE5F-63D5-0DB7-EDE4A97C1B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45E61C-A08F-689A-81B8-6A25F04A3A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BC8DB0-AB39-DAF3-1A04-9D8E40159B8D}"/>
              </a:ext>
            </a:extLst>
          </p:cNvPr>
          <p:cNvSpPr>
            <a:spLocks noGrp="1"/>
          </p:cNvSpPr>
          <p:nvPr>
            <p:ph type="dt" sz="half" idx="10"/>
          </p:nvPr>
        </p:nvSpPr>
        <p:spPr/>
        <p:txBody>
          <a:bodyPr/>
          <a:lstStyle/>
          <a:p>
            <a:fld id="{0E25E43C-0FFC-4EFD-9837-0576C238F228}" type="datetimeFigureOut">
              <a:rPr lang="en-US" smtClean="0"/>
              <a:t>3/10/2026</a:t>
            </a:fld>
            <a:endParaRPr lang="en-US"/>
          </a:p>
        </p:txBody>
      </p:sp>
      <p:sp>
        <p:nvSpPr>
          <p:cNvPr id="6" name="Footer Placeholder 5">
            <a:extLst>
              <a:ext uri="{FF2B5EF4-FFF2-40B4-BE49-F238E27FC236}">
                <a16:creationId xmlns:a16="http://schemas.microsoft.com/office/drawing/2014/main" id="{85C30CC7-79DA-F5E7-135A-E10EBB992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95DC16-AB47-9370-AE8A-3B99C645781D}"/>
              </a:ext>
            </a:extLst>
          </p:cNvPr>
          <p:cNvSpPr>
            <a:spLocks noGrp="1"/>
          </p:cNvSpPr>
          <p:nvPr>
            <p:ph type="sldNum" sz="quarter" idx="12"/>
          </p:nvPr>
        </p:nvSpPr>
        <p:spPr/>
        <p:txBody>
          <a:bodyPr/>
          <a:lstStyle/>
          <a:p>
            <a:fld id="{7DC68ACE-06D7-4BCE-B1C6-85828E15442A}" type="slidenum">
              <a:rPr lang="en-US" smtClean="0"/>
              <a:t>‹#›</a:t>
            </a:fld>
            <a:endParaRPr lang="en-US"/>
          </a:p>
        </p:txBody>
      </p:sp>
    </p:spTree>
    <p:extLst>
      <p:ext uri="{BB962C8B-B14F-4D97-AF65-F5344CB8AC3E}">
        <p14:creationId xmlns:p14="http://schemas.microsoft.com/office/powerpoint/2010/main" val="964534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9EA0D-0D2B-CCB5-E780-6B0070EAD3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697A72-5286-9A9A-108B-06B4612766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4F99B9-1205-E6B4-603F-79FE8027A0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BE3E0A-C0CA-37D2-E1A9-4511A9F18A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9EAE9B-E5A2-26D3-02FF-8FF0E80CC8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7DC00F-66EA-7D84-AD6B-7EFF3C4C1135}"/>
              </a:ext>
            </a:extLst>
          </p:cNvPr>
          <p:cNvSpPr>
            <a:spLocks noGrp="1"/>
          </p:cNvSpPr>
          <p:nvPr>
            <p:ph type="dt" sz="half" idx="10"/>
          </p:nvPr>
        </p:nvSpPr>
        <p:spPr/>
        <p:txBody>
          <a:bodyPr/>
          <a:lstStyle/>
          <a:p>
            <a:fld id="{0E25E43C-0FFC-4EFD-9837-0576C238F228}" type="datetimeFigureOut">
              <a:rPr lang="en-US" smtClean="0"/>
              <a:t>3/10/2026</a:t>
            </a:fld>
            <a:endParaRPr lang="en-US"/>
          </a:p>
        </p:txBody>
      </p:sp>
      <p:sp>
        <p:nvSpPr>
          <p:cNvPr id="8" name="Footer Placeholder 7">
            <a:extLst>
              <a:ext uri="{FF2B5EF4-FFF2-40B4-BE49-F238E27FC236}">
                <a16:creationId xmlns:a16="http://schemas.microsoft.com/office/drawing/2014/main" id="{760AC51E-B808-4D99-401C-41D7E92B36D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DA87ED-C49C-5CE2-6301-F5695F80E31D}"/>
              </a:ext>
            </a:extLst>
          </p:cNvPr>
          <p:cNvSpPr>
            <a:spLocks noGrp="1"/>
          </p:cNvSpPr>
          <p:nvPr>
            <p:ph type="sldNum" sz="quarter" idx="12"/>
          </p:nvPr>
        </p:nvSpPr>
        <p:spPr/>
        <p:txBody>
          <a:bodyPr/>
          <a:lstStyle/>
          <a:p>
            <a:fld id="{7DC68ACE-06D7-4BCE-B1C6-85828E15442A}" type="slidenum">
              <a:rPr lang="en-US" smtClean="0"/>
              <a:t>‹#›</a:t>
            </a:fld>
            <a:endParaRPr lang="en-US"/>
          </a:p>
        </p:txBody>
      </p:sp>
    </p:spTree>
    <p:extLst>
      <p:ext uri="{BB962C8B-B14F-4D97-AF65-F5344CB8AC3E}">
        <p14:creationId xmlns:p14="http://schemas.microsoft.com/office/powerpoint/2010/main" val="3361956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B2F2B-DB5E-07F4-B55A-CDCABBC204D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CF5C85-2628-A0C5-B333-5739C45F3B98}"/>
              </a:ext>
            </a:extLst>
          </p:cNvPr>
          <p:cNvSpPr>
            <a:spLocks noGrp="1"/>
          </p:cNvSpPr>
          <p:nvPr>
            <p:ph type="dt" sz="half" idx="10"/>
          </p:nvPr>
        </p:nvSpPr>
        <p:spPr/>
        <p:txBody>
          <a:bodyPr/>
          <a:lstStyle/>
          <a:p>
            <a:fld id="{0E25E43C-0FFC-4EFD-9837-0576C238F228}" type="datetimeFigureOut">
              <a:rPr lang="en-US" smtClean="0"/>
              <a:t>3/10/2026</a:t>
            </a:fld>
            <a:endParaRPr lang="en-US"/>
          </a:p>
        </p:txBody>
      </p:sp>
      <p:sp>
        <p:nvSpPr>
          <p:cNvPr id="4" name="Footer Placeholder 3">
            <a:extLst>
              <a:ext uri="{FF2B5EF4-FFF2-40B4-BE49-F238E27FC236}">
                <a16:creationId xmlns:a16="http://schemas.microsoft.com/office/drawing/2014/main" id="{DCA6EFB7-19B1-385A-C975-CC7FBAA081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36197C-BDA3-73F2-AD4A-946D95C1B21C}"/>
              </a:ext>
            </a:extLst>
          </p:cNvPr>
          <p:cNvSpPr>
            <a:spLocks noGrp="1"/>
          </p:cNvSpPr>
          <p:nvPr>
            <p:ph type="sldNum" sz="quarter" idx="12"/>
          </p:nvPr>
        </p:nvSpPr>
        <p:spPr/>
        <p:txBody>
          <a:bodyPr/>
          <a:lstStyle/>
          <a:p>
            <a:fld id="{7DC68ACE-06D7-4BCE-B1C6-85828E15442A}" type="slidenum">
              <a:rPr lang="en-US" smtClean="0"/>
              <a:t>‹#›</a:t>
            </a:fld>
            <a:endParaRPr lang="en-US"/>
          </a:p>
        </p:txBody>
      </p:sp>
    </p:spTree>
    <p:extLst>
      <p:ext uri="{BB962C8B-B14F-4D97-AF65-F5344CB8AC3E}">
        <p14:creationId xmlns:p14="http://schemas.microsoft.com/office/powerpoint/2010/main" val="3292639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412090-5411-CB3B-7CDD-F81648409EE0}"/>
              </a:ext>
            </a:extLst>
          </p:cNvPr>
          <p:cNvSpPr>
            <a:spLocks noGrp="1"/>
          </p:cNvSpPr>
          <p:nvPr>
            <p:ph type="dt" sz="half" idx="10"/>
          </p:nvPr>
        </p:nvSpPr>
        <p:spPr/>
        <p:txBody>
          <a:bodyPr/>
          <a:lstStyle/>
          <a:p>
            <a:fld id="{0E25E43C-0FFC-4EFD-9837-0576C238F228}" type="datetimeFigureOut">
              <a:rPr lang="en-US" smtClean="0"/>
              <a:t>3/10/2026</a:t>
            </a:fld>
            <a:endParaRPr lang="en-US"/>
          </a:p>
        </p:txBody>
      </p:sp>
      <p:sp>
        <p:nvSpPr>
          <p:cNvPr id="3" name="Footer Placeholder 2">
            <a:extLst>
              <a:ext uri="{FF2B5EF4-FFF2-40B4-BE49-F238E27FC236}">
                <a16:creationId xmlns:a16="http://schemas.microsoft.com/office/drawing/2014/main" id="{DB1B6DBF-803C-5DAA-E9C8-4577DCDF6B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C83810F-0F35-E755-1F10-D3B8DB334AD8}"/>
              </a:ext>
            </a:extLst>
          </p:cNvPr>
          <p:cNvSpPr>
            <a:spLocks noGrp="1"/>
          </p:cNvSpPr>
          <p:nvPr>
            <p:ph type="sldNum" sz="quarter" idx="12"/>
          </p:nvPr>
        </p:nvSpPr>
        <p:spPr/>
        <p:txBody>
          <a:bodyPr/>
          <a:lstStyle/>
          <a:p>
            <a:fld id="{7DC68ACE-06D7-4BCE-B1C6-85828E15442A}" type="slidenum">
              <a:rPr lang="en-US" smtClean="0"/>
              <a:t>‹#›</a:t>
            </a:fld>
            <a:endParaRPr lang="en-US"/>
          </a:p>
        </p:txBody>
      </p:sp>
    </p:spTree>
    <p:extLst>
      <p:ext uri="{BB962C8B-B14F-4D97-AF65-F5344CB8AC3E}">
        <p14:creationId xmlns:p14="http://schemas.microsoft.com/office/powerpoint/2010/main" val="2544939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4F69B-F7B0-613F-A28F-90C8A56FB9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5308B69-F171-ADB1-453F-10A19E1951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A31839-CFAC-D560-876D-2C6C50ABD2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1828B5-892A-4503-E6E4-38B82DBFC3A3}"/>
              </a:ext>
            </a:extLst>
          </p:cNvPr>
          <p:cNvSpPr>
            <a:spLocks noGrp="1"/>
          </p:cNvSpPr>
          <p:nvPr>
            <p:ph type="dt" sz="half" idx="10"/>
          </p:nvPr>
        </p:nvSpPr>
        <p:spPr/>
        <p:txBody>
          <a:bodyPr/>
          <a:lstStyle/>
          <a:p>
            <a:fld id="{0E25E43C-0FFC-4EFD-9837-0576C238F228}" type="datetimeFigureOut">
              <a:rPr lang="en-US" smtClean="0"/>
              <a:t>3/10/2026</a:t>
            </a:fld>
            <a:endParaRPr lang="en-US"/>
          </a:p>
        </p:txBody>
      </p:sp>
      <p:sp>
        <p:nvSpPr>
          <p:cNvPr id="6" name="Footer Placeholder 5">
            <a:extLst>
              <a:ext uri="{FF2B5EF4-FFF2-40B4-BE49-F238E27FC236}">
                <a16:creationId xmlns:a16="http://schemas.microsoft.com/office/drawing/2014/main" id="{7014EE18-E027-935B-B36B-30A1A1ED92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28E484-20EE-6843-7058-318192ACF194}"/>
              </a:ext>
            </a:extLst>
          </p:cNvPr>
          <p:cNvSpPr>
            <a:spLocks noGrp="1"/>
          </p:cNvSpPr>
          <p:nvPr>
            <p:ph type="sldNum" sz="quarter" idx="12"/>
          </p:nvPr>
        </p:nvSpPr>
        <p:spPr/>
        <p:txBody>
          <a:bodyPr/>
          <a:lstStyle/>
          <a:p>
            <a:fld id="{7DC68ACE-06D7-4BCE-B1C6-85828E15442A}" type="slidenum">
              <a:rPr lang="en-US" smtClean="0"/>
              <a:t>‹#›</a:t>
            </a:fld>
            <a:endParaRPr lang="en-US"/>
          </a:p>
        </p:txBody>
      </p:sp>
    </p:spTree>
    <p:extLst>
      <p:ext uri="{BB962C8B-B14F-4D97-AF65-F5344CB8AC3E}">
        <p14:creationId xmlns:p14="http://schemas.microsoft.com/office/powerpoint/2010/main" val="336186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06606-DCE0-1285-0F21-18E38CEE7A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B13E6FC-543D-469E-A4F9-3AA91785F8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E05DB4-F3FC-8B53-E2D3-9CEA06BC49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54EF33-6F2A-52C1-BDD6-28977E5E25BD}"/>
              </a:ext>
            </a:extLst>
          </p:cNvPr>
          <p:cNvSpPr>
            <a:spLocks noGrp="1"/>
          </p:cNvSpPr>
          <p:nvPr>
            <p:ph type="dt" sz="half" idx="10"/>
          </p:nvPr>
        </p:nvSpPr>
        <p:spPr/>
        <p:txBody>
          <a:bodyPr/>
          <a:lstStyle/>
          <a:p>
            <a:fld id="{0E25E43C-0FFC-4EFD-9837-0576C238F228}" type="datetimeFigureOut">
              <a:rPr lang="en-US" smtClean="0"/>
              <a:t>3/10/2026</a:t>
            </a:fld>
            <a:endParaRPr lang="en-US"/>
          </a:p>
        </p:txBody>
      </p:sp>
      <p:sp>
        <p:nvSpPr>
          <p:cNvPr id="6" name="Footer Placeholder 5">
            <a:extLst>
              <a:ext uri="{FF2B5EF4-FFF2-40B4-BE49-F238E27FC236}">
                <a16:creationId xmlns:a16="http://schemas.microsoft.com/office/drawing/2014/main" id="{1AE22D3B-A999-2465-2BC0-BA86F21DF3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D16066-C8CE-6EAE-E10D-655C96F6863E}"/>
              </a:ext>
            </a:extLst>
          </p:cNvPr>
          <p:cNvSpPr>
            <a:spLocks noGrp="1"/>
          </p:cNvSpPr>
          <p:nvPr>
            <p:ph type="sldNum" sz="quarter" idx="12"/>
          </p:nvPr>
        </p:nvSpPr>
        <p:spPr/>
        <p:txBody>
          <a:bodyPr/>
          <a:lstStyle/>
          <a:p>
            <a:fld id="{7DC68ACE-06D7-4BCE-B1C6-85828E15442A}" type="slidenum">
              <a:rPr lang="en-US" smtClean="0"/>
              <a:t>‹#›</a:t>
            </a:fld>
            <a:endParaRPr lang="en-US"/>
          </a:p>
        </p:txBody>
      </p:sp>
    </p:spTree>
    <p:extLst>
      <p:ext uri="{BB962C8B-B14F-4D97-AF65-F5344CB8AC3E}">
        <p14:creationId xmlns:p14="http://schemas.microsoft.com/office/powerpoint/2010/main" val="2240969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CBC4B-0207-0DA6-E461-33C6CF02CB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D173DE-1E65-3F6D-36C8-F4AF67154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610CA7-1CF2-A3A8-1212-4316F4FA4DBA}"/>
              </a:ext>
            </a:extLst>
          </p:cNvPr>
          <p:cNvSpPr>
            <a:spLocks noGrp="1"/>
          </p:cNvSpPr>
          <p:nvPr>
            <p:ph type="dt" sz="half" idx="10"/>
          </p:nvPr>
        </p:nvSpPr>
        <p:spPr/>
        <p:txBody>
          <a:bodyPr/>
          <a:lstStyle/>
          <a:p>
            <a:fld id="{0E25E43C-0FFC-4EFD-9837-0576C238F228}" type="datetimeFigureOut">
              <a:rPr lang="en-US" smtClean="0"/>
              <a:t>3/10/2026</a:t>
            </a:fld>
            <a:endParaRPr lang="en-US"/>
          </a:p>
        </p:txBody>
      </p:sp>
      <p:sp>
        <p:nvSpPr>
          <p:cNvPr id="5" name="Footer Placeholder 4">
            <a:extLst>
              <a:ext uri="{FF2B5EF4-FFF2-40B4-BE49-F238E27FC236}">
                <a16:creationId xmlns:a16="http://schemas.microsoft.com/office/drawing/2014/main" id="{E1FB240A-A1F8-A9C1-BB06-1963D3A8A2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E411C6-E935-8F3D-CF54-1ACD1C754387}"/>
              </a:ext>
            </a:extLst>
          </p:cNvPr>
          <p:cNvSpPr>
            <a:spLocks noGrp="1"/>
          </p:cNvSpPr>
          <p:nvPr>
            <p:ph type="sldNum" sz="quarter" idx="12"/>
          </p:nvPr>
        </p:nvSpPr>
        <p:spPr/>
        <p:txBody>
          <a:bodyPr/>
          <a:lstStyle/>
          <a:p>
            <a:fld id="{7DC68ACE-06D7-4BCE-B1C6-85828E15442A}" type="slidenum">
              <a:rPr lang="en-US" smtClean="0"/>
              <a:t>‹#›</a:t>
            </a:fld>
            <a:endParaRPr lang="en-US"/>
          </a:p>
        </p:txBody>
      </p:sp>
    </p:spTree>
    <p:extLst>
      <p:ext uri="{BB962C8B-B14F-4D97-AF65-F5344CB8AC3E}">
        <p14:creationId xmlns:p14="http://schemas.microsoft.com/office/powerpoint/2010/main" val="714870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40F297-D9D0-4B31-F749-FE69AF3DDF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5DBAA3-C6F2-3C37-8533-02D37DC2FD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1B087B-C436-18BC-80C9-32D7E38A295F}"/>
              </a:ext>
            </a:extLst>
          </p:cNvPr>
          <p:cNvSpPr>
            <a:spLocks noGrp="1"/>
          </p:cNvSpPr>
          <p:nvPr>
            <p:ph type="dt" sz="half" idx="10"/>
          </p:nvPr>
        </p:nvSpPr>
        <p:spPr/>
        <p:txBody>
          <a:bodyPr/>
          <a:lstStyle/>
          <a:p>
            <a:fld id="{0E25E43C-0FFC-4EFD-9837-0576C238F228}" type="datetimeFigureOut">
              <a:rPr lang="en-US" smtClean="0"/>
              <a:t>3/10/2026</a:t>
            </a:fld>
            <a:endParaRPr lang="en-US"/>
          </a:p>
        </p:txBody>
      </p:sp>
      <p:sp>
        <p:nvSpPr>
          <p:cNvPr id="5" name="Footer Placeholder 4">
            <a:extLst>
              <a:ext uri="{FF2B5EF4-FFF2-40B4-BE49-F238E27FC236}">
                <a16:creationId xmlns:a16="http://schemas.microsoft.com/office/drawing/2014/main" id="{0D09F0B9-65B6-5D9C-2AD8-45D37C9D76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0894AC-CA56-8496-AA49-391339385499}"/>
              </a:ext>
            </a:extLst>
          </p:cNvPr>
          <p:cNvSpPr>
            <a:spLocks noGrp="1"/>
          </p:cNvSpPr>
          <p:nvPr>
            <p:ph type="sldNum" sz="quarter" idx="12"/>
          </p:nvPr>
        </p:nvSpPr>
        <p:spPr/>
        <p:txBody>
          <a:bodyPr/>
          <a:lstStyle/>
          <a:p>
            <a:fld id="{7DC68ACE-06D7-4BCE-B1C6-85828E15442A}" type="slidenum">
              <a:rPr lang="en-US" smtClean="0"/>
              <a:t>‹#›</a:t>
            </a:fld>
            <a:endParaRPr lang="en-US"/>
          </a:p>
        </p:txBody>
      </p:sp>
    </p:spTree>
    <p:extLst>
      <p:ext uri="{BB962C8B-B14F-4D97-AF65-F5344CB8AC3E}">
        <p14:creationId xmlns:p14="http://schemas.microsoft.com/office/powerpoint/2010/main" val="833486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855A0C-49E5-0865-1441-ABFE6857E1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018CCB-A492-FAF9-AB9A-6C02136230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BA1CA-8030-3765-3384-CF851E53FE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25E43C-0FFC-4EFD-9837-0576C238F228}" type="datetimeFigureOut">
              <a:rPr lang="en-US" smtClean="0"/>
              <a:t>3/10/2026</a:t>
            </a:fld>
            <a:endParaRPr lang="en-US"/>
          </a:p>
        </p:txBody>
      </p:sp>
      <p:sp>
        <p:nvSpPr>
          <p:cNvPr id="5" name="Footer Placeholder 4">
            <a:extLst>
              <a:ext uri="{FF2B5EF4-FFF2-40B4-BE49-F238E27FC236}">
                <a16:creationId xmlns:a16="http://schemas.microsoft.com/office/drawing/2014/main" id="{AC2CF14F-1A02-3C29-01FD-D69366C38D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6052249-0775-663C-A276-9F790742BB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C68ACE-06D7-4BCE-B1C6-85828E15442A}" type="slidenum">
              <a:rPr lang="en-US" smtClean="0"/>
              <a:t>‹#›</a:t>
            </a:fld>
            <a:endParaRPr lang="en-US"/>
          </a:p>
        </p:txBody>
      </p:sp>
    </p:spTree>
    <p:extLst>
      <p:ext uri="{BB962C8B-B14F-4D97-AF65-F5344CB8AC3E}">
        <p14:creationId xmlns:p14="http://schemas.microsoft.com/office/powerpoint/2010/main" val="3002946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llyTextBox1">
            <a:extLst>
              <a:ext uri="{FF2B5EF4-FFF2-40B4-BE49-F238E27FC236}">
                <a16:creationId xmlns:a16="http://schemas.microsoft.com/office/drawing/2014/main" id="{7875C5B2-8D67-E1F3-7DB1-F4853FDBA8DA}"/>
              </a:ext>
            </a:extLst>
          </p:cNvPr>
          <p:cNvSpPr txBox="1"/>
          <p:nvPr/>
        </p:nvSpPr>
        <p:spPr>
          <a:xfrm>
            <a:off x="934064" y="648929"/>
            <a:ext cx="10323871" cy="954107"/>
          </a:xfrm>
          <a:prstGeom prst="rect">
            <a:avLst/>
          </a:prstGeom>
          <a:noFill/>
        </p:spPr>
        <p:txBody>
          <a:bodyPr wrap="square" rtlCol="0">
            <a:spAutoFit/>
          </a:bodyPr>
          <a:lstStyle/>
          <a:p>
            <a:r>
              <a:rPr lang="en-US" sz="2800" dirty="0">
                <a:latin typeface="Poppins SemiBold" panose="00000700000000000000" pitchFamily="2" charset="0"/>
                <a:cs typeface="Poppins SemiBold" panose="00000700000000000000" pitchFamily="2" charset="0"/>
              </a:rPr>
              <a:t>Quarterly Business Review (QBR): What It Is, Examples &amp; How to Present One</a:t>
            </a:r>
          </a:p>
        </p:txBody>
      </p:sp>
      <p:sp>
        <p:nvSpPr>
          <p:cNvPr id="6" name="SullyBox_wob1.1">
            <a:extLst>
              <a:ext uri="{FF2B5EF4-FFF2-40B4-BE49-F238E27FC236}">
                <a16:creationId xmlns:a16="http://schemas.microsoft.com/office/drawing/2014/main" id="{F00CD61B-2D6E-D34A-9F60-FEDC22F3D23B}"/>
              </a:ext>
            </a:extLst>
          </p:cNvPr>
          <p:cNvSpPr txBox="1"/>
          <p:nvPr/>
        </p:nvSpPr>
        <p:spPr>
          <a:xfrm flipV="1">
            <a:off x="943897" y="1700980"/>
            <a:ext cx="10323871" cy="1384995"/>
          </a:xfrm>
          <a:prstGeom prst="rect">
            <a:avLst/>
          </a:prstGeom>
          <a:noFill/>
        </p:spPr>
        <p:txBody>
          <a:bodyPr wrap="square" rtlCol="0">
            <a:spAutoFit/>
          </a:bodyPr>
          <a:lstStyle/>
          <a:p>
            <a:pPr algn="r"/>
            <a:r>
              <a:rPr lang="en-US" sz="1400" dirty="0">
                <a:solidFill>
                  <a:schemeClr val="tx1">
                    <a:lumMod val="75000"/>
                    <a:lumOff val="25000"/>
                  </a:schemeClr>
                </a:solidFill>
                <a:latin typeface="Poppins" panose="00000500000000000000" pitchFamily="2" charset="0"/>
                <a:cs typeface="Poppins" panose="00000500000000000000" pitchFamily="2" charset="0"/>
              </a:rPr>
              <a:t>A QBR, or quarterly business review, is a strategic meeting held every three months to evaluate business performance, review key metrics, and align on goals for the next quarter. QBRs can be internal (between departments) or external (between a company and its clients), and they are a standard practice across sales, customer success, marketing, and finance teams. In this guide, you will learn what QBR means in different business contexts, see QBR presentation examples that show how top teams structure their review decks, and walk through how to prepare and run a quarterly business review that delivers results. </a:t>
            </a:r>
          </a:p>
        </p:txBody>
      </p:sp>
      <p:sp>
        <p:nvSpPr>
          <p:cNvPr id="7" name="SullyTextBox2">
            <a:extLst>
              <a:ext uri="{FF2B5EF4-FFF2-40B4-BE49-F238E27FC236}">
                <a16:creationId xmlns:a16="http://schemas.microsoft.com/office/drawing/2014/main" id="{5FB88B58-AD7B-D019-16EF-2F7FD446E914}"/>
              </a:ext>
            </a:extLst>
          </p:cNvPr>
          <p:cNvSpPr txBox="1"/>
          <p:nvPr/>
        </p:nvSpPr>
        <p:spPr>
          <a:xfrm rot="1335210">
            <a:off x="3790605" y="4494113"/>
            <a:ext cx="5293910" cy="523220"/>
          </a:xfrm>
          <a:prstGeom prst="rect">
            <a:avLst/>
          </a:prstGeom>
          <a:noFill/>
        </p:spPr>
        <p:txBody>
          <a:bodyPr wrap="square" rtlCol="0">
            <a:spAutoFit/>
          </a:bodyPr>
          <a:lstStyle/>
          <a:p>
            <a:r>
              <a:rPr lang="en-US" sz="2800" dirty="0">
                <a:latin typeface="Poppins SemiBold" panose="00000700000000000000" pitchFamily="2" charset="0"/>
                <a:cs typeface="Poppins SemiBold" panose="00000700000000000000" pitchFamily="2" charset="0"/>
              </a:rPr>
              <a:t>What Does QBR Stand For?</a:t>
            </a:r>
          </a:p>
        </p:txBody>
      </p:sp>
      <p:sp>
        <p:nvSpPr>
          <p:cNvPr id="8" name="SullyBox_wob2.1">
            <a:extLst>
              <a:ext uri="{FF2B5EF4-FFF2-40B4-BE49-F238E27FC236}">
                <a16:creationId xmlns:a16="http://schemas.microsoft.com/office/drawing/2014/main" id="{5DE70644-AA9E-4E8D-E3B3-B3C7C22D56ED}"/>
              </a:ext>
            </a:extLst>
          </p:cNvPr>
          <p:cNvSpPr txBox="1"/>
          <p:nvPr/>
        </p:nvSpPr>
        <p:spPr>
          <a:xfrm rot="1308354">
            <a:off x="3350964" y="4797913"/>
            <a:ext cx="5020023" cy="1169551"/>
          </a:xfrm>
          <a:prstGeom prst="rect">
            <a:avLst/>
          </a:prstGeom>
          <a:noFill/>
        </p:spPr>
        <p:txBody>
          <a:bodyPr wrap="square" rtlCol="0">
            <a:spAutoFit/>
          </a:bodyPr>
          <a:lstStyle/>
          <a:p>
            <a:r>
              <a:rPr lang="en-US" sz="1400" dirty="0">
                <a:solidFill>
                  <a:schemeClr val="tx1">
                    <a:lumMod val="75000"/>
                    <a:lumOff val="25000"/>
                  </a:schemeClr>
                </a:solidFill>
                <a:latin typeface="Poppins" panose="00000500000000000000" pitchFamily="2" charset="0"/>
                <a:cs typeface="Poppins" panose="00000500000000000000" pitchFamily="2" charset="0"/>
              </a:rPr>
              <a:t>QBR stands for quarterly business review. It is a structured meeting held once every three months where a team, department, or vendor presents performance data, reviews progress against goals, and sets priorities for the coming quarter.</a:t>
            </a:r>
          </a:p>
        </p:txBody>
      </p:sp>
      <p:sp>
        <p:nvSpPr>
          <p:cNvPr id="10" name="SullyTitle">
            <a:extLst>
              <a:ext uri="{FF2B5EF4-FFF2-40B4-BE49-F238E27FC236}">
                <a16:creationId xmlns:a16="http://schemas.microsoft.com/office/drawing/2014/main" id="{4A4C78C0-DC53-AC89-49FA-1B3BD2F7C937}"/>
              </a:ext>
            </a:extLst>
          </p:cNvPr>
          <p:cNvSpPr txBox="1"/>
          <p:nvPr/>
        </p:nvSpPr>
        <p:spPr>
          <a:xfrm rot="16200000">
            <a:off x="-2827925" y="3086177"/>
            <a:ext cx="6712647" cy="830997"/>
          </a:xfrm>
          <a:prstGeom prst="rect">
            <a:avLst/>
          </a:prstGeom>
          <a:noFill/>
        </p:spPr>
        <p:txBody>
          <a:bodyPr wrap="square" rtlCol="0">
            <a:spAutoFit/>
          </a:bodyPr>
          <a:lstStyle/>
          <a:p>
            <a:pPr algn="ctr"/>
            <a:r>
              <a:rPr lang="en-US" sz="4800" dirty="0">
                <a:solidFill>
                  <a:schemeClr val="tx1">
                    <a:lumMod val="75000"/>
                    <a:lumOff val="25000"/>
                  </a:schemeClr>
                </a:solidFill>
                <a:latin typeface="Poppins SemiBold" panose="00000700000000000000" pitchFamily="2" charset="0"/>
                <a:cs typeface="Poppins SemiBold" panose="00000700000000000000" pitchFamily="2" charset="0"/>
              </a:rPr>
              <a:t>(QBR)</a:t>
            </a:r>
          </a:p>
        </p:txBody>
      </p:sp>
    </p:spTree>
    <p:extLst>
      <p:ext uri="{BB962C8B-B14F-4D97-AF65-F5344CB8AC3E}">
        <p14:creationId xmlns:p14="http://schemas.microsoft.com/office/powerpoint/2010/main" val="14829705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182</Words>
  <Application>Microsoft Office PowerPoint</Application>
  <PresentationFormat>Widescreen</PresentationFormat>
  <Paragraphs>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Poppins</vt:lpstr>
      <vt:lpstr>Poppins SemiBold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Shubham Bagul</dc:creator>
  <cp:lastModifiedBy>Namdev Kalbande</cp:lastModifiedBy>
  <cp:revision>2</cp:revision>
  <dcterms:created xsi:type="dcterms:W3CDTF">2026-03-10T06:24:29Z</dcterms:created>
  <dcterms:modified xsi:type="dcterms:W3CDTF">2026-03-10T09:21:31Z</dcterms:modified>
</cp:coreProperties>
</file>