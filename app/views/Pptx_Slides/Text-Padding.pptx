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3728-9568-085F-FA1A-5639BCF10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2229E-8533-ED27-D2E9-2AC0294EC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7F7B7-1AB1-6B9C-FECF-E0EE87A3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8A802-1396-1D24-D246-AB2D620C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B10A6-2A2F-801B-14C1-0029784A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9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5261-60B8-989C-222D-77A1BD23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5637-1DDB-A4B3-9E2A-4BC543C44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CFC1-82AE-B31F-F5CE-4C0CF15A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79EFF-87BF-3ACF-6058-173274DC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D9C8A-7209-9DC5-F492-1A43C9DC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9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0E21-C9E2-9BB1-2170-C93F5954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F6417-B03C-5B83-66ED-98826DBC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C3A8C-CD69-EE4E-B004-AFC6D75A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3DCB-D591-7B04-4D5C-DF1AA202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733C-F900-D604-CD9B-563F6B16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7873-E3AC-A2D4-E8EB-0BCE68AA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79A1F-7028-20D7-BCC9-E0B039600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E8B4-78EA-ACA5-8821-3EF0F22C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387D5-9462-598F-F0F7-EB19DD84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8DD91-B5FF-1B19-69DF-DB37CC9A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B512D-5FC6-D02C-A5C2-29132E96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5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9369-89EC-878F-3A30-2C48EE53E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06D93-E1D9-01C4-254E-5775041D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7B359-DACC-DE69-E756-8137AF984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C403D-6733-0C2C-8F14-5A48BA859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C591C-3A38-5BEE-FC83-E666C14CF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84C77-1A2C-D806-E22A-DAB6E376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6D635-DBEA-149B-23C1-40496D6F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370A5-E9ED-F0A5-A768-F88D7ED4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8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F993-DBBE-DA04-0F7F-2D6639EF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16093-5595-1211-640E-AFC61210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F76A5-D706-A9EC-A6A4-891A31E7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1E990-3862-8A5E-AA6D-458E1438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0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8AC850-933B-599A-7385-82D272EA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9E155-A262-D8C4-1EC5-EE6FABD5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57E71-96F4-F6BD-D6D3-97D262C7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7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55DD-633B-E80B-6427-B5F5F61F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BD13-5028-4B64-5E9C-B20DA4E8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1CA4C-C393-0868-016B-606BCBDE5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C881A-DAA8-3DA3-AD1A-4EC2AF9A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638AD-5F1A-E9CA-E0C3-C254AE82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A5406-F77B-1EEC-BED2-306A9376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2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9AB0-8CE2-B906-4960-6B2E6A4F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1213B-5336-96EE-A288-7F292F608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135A4-173E-4B14-0412-36BF5E2C4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B228A-503A-79C4-4990-35BD463B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EB832-8C6D-D810-28D5-8951DC54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6A095-C804-E729-595F-E1287550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3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5DFC-3E0B-FCA6-80F7-26B4722E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C4862-A508-FCE8-DAED-911680C68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39B2A-1281-A04D-7546-60723E46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E96D-21E9-5C02-4343-78DFA078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801B-7382-95CC-F96B-1F5625F3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1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4BB35-7155-738C-7ED1-2C1A8B648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233C4-A182-DC02-141A-30FB3F92F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0461-22E7-A510-2BC4-41BA940E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49825-3278-3C9F-D5EB-9A82877E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A11F1-574A-68C5-E243-49637322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9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239AD-78A2-D181-037B-A95408B0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83FB5-469F-3773-0095-F81ACD2A1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E7706-891E-7354-40BC-537D10A07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30DAA-4DEE-4F13-8D24-59A7058EEB9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10CC-81EE-CF8C-2920-97BCCF8C1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CAA3A-75AB-F831-0296-F20B236A3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A2F63-0966-49AF-A04E-4051E87C2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4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8A5D84-3A67-7179-AD26-EF1979628CE7}"/>
              </a:ext>
            </a:extLst>
          </p:cNvPr>
          <p:cNvSpPr txBox="1"/>
          <p:nvPr/>
        </p:nvSpPr>
        <p:spPr>
          <a:xfrm>
            <a:off x="2383971" y="977855"/>
            <a:ext cx="7424057" cy="254537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SLIDE TEXT PADDING TESTING</a:t>
            </a:r>
          </a:p>
          <a:p>
            <a:pPr algn="ctr">
              <a:lnSpc>
                <a:spcPct val="150000"/>
              </a:lnSpc>
            </a:pP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HTDYFGUIHLJ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IUYTRERTYU;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KJHGFD</a:t>
            </a: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B56A1-7FEA-E3D0-8219-1324E7A23B4B}"/>
              </a:ext>
            </a:extLst>
          </p:cNvPr>
          <p:cNvSpPr txBox="1"/>
          <p:nvPr/>
        </p:nvSpPr>
        <p:spPr>
          <a:xfrm>
            <a:off x="2383971" y="4125820"/>
            <a:ext cx="7514861" cy="1754326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R3F RE4RG4 DFFDGDG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DFEISIFO IEHFOIE OSFIW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FIWEOHF OIHFE HFWE FOOWUEH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FJOF OIIHHFOW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12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Namdev Kalbande</dc:creator>
  <cp:lastModifiedBy>Namdev Kalbande</cp:lastModifiedBy>
  <cp:revision>2</cp:revision>
  <dcterms:created xsi:type="dcterms:W3CDTF">2026-03-09T05:53:33Z</dcterms:created>
  <dcterms:modified xsi:type="dcterms:W3CDTF">2026-03-09T06:02:47Z</dcterms:modified>
</cp:coreProperties>
</file>