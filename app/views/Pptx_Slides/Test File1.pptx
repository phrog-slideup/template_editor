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37AF-18C4-2A91-1744-83259EF92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29593-1F16-E470-CF93-D7FD5ABB5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6CFF7-2923-71E8-E48D-0D23A51E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C79C8-6FE9-DFC0-7753-B9C39CC00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3EB20-AAD1-A648-A378-8BF372B5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9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9794-7E8A-EE68-E616-F9286860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E0025-7E70-27F4-29F5-F75C7F4CE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376F8-CB51-BF8F-5F90-C8F8C5332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7180E-6E3F-E06A-0FE2-FE5B54B9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610-710D-5C1D-1A3D-ED2419E2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06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C5AA-D1DF-208B-7D92-7A640949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B81D7-827A-ABD1-0C14-6B284B2E1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9913A-C488-D13B-6A9E-1C4655AA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54B67-C54A-B34A-375F-9938DB695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0C681-F9A8-C556-3F6F-79D7CEB41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9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4AF10-AFB9-83B7-EB14-19E1A4EB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C69D7-E52E-EC93-A5B6-52EE8C348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D8C38-276C-1E73-9A9C-A00247BD5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EBA6F-2D28-A02F-3F5E-547714DAF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64824-D3C0-9332-FBD3-132107EB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83417-4061-1140-A06B-05E0251B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9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0E88-C9F3-06E9-F8B0-55D634FC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6BBDC-5236-9567-AF1E-6AE26F31F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C4084-5CA3-7043-9709-6C1CBEF72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CA9A8-BBCA-7E45-4C58-C52699057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B571E0-5DF5-2168-66CE-B78CCDB4D9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9592F-0BBE-4EB2-F0DD-EB6D940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E2BA48-333B-C8E2-FD50-B247DDB3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BC91AC-43C6-393B-B33A-CE7A4712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7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119C9-EDC7-5EBF-2ED2-0D51FBB19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F3159-7ADE-98F3-301C-306C31A7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DA06C-E969-3A3A-00EC-13004E656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1AEC9-0D13-E6EB-BA5F-77BA7FE3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1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7EB12-A9BB-24AD-0387-450E288A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85EF7-E100-414F-592E-E700908E8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79BAF-7A28-5435-F942-670EE7995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30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CE1E-784D-4116-1AE2-5DBCBF32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8ABC5-8987-8A42-EA5C-9431A45DF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59FD1-7160-0625-C9D5-F470EF145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DFAC7-1DB5-1BA2-0742-B1E78C6E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945BF-748C-964D-B8E2-DEC80AA1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6C1C0-5488-FEC8-F776-0D07FBD4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43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39F2D-A1A8-B7E5-A814-647DB0FF4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4D43C-F957-FB41-0ABF-F11AF75A8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D45EB-1B2C-2F56-6644-40DA749E6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8934A-2F8B-350C-F64B-EA598FBE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B124E-3153-3ECC-8524-8528816A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25487-24BF-82E4-FB4B-F0BD9F2C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0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D8B7-AE8A-E443-D0C5-756AC06A7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1C70F-92D9-8799-0B30-685C2934A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D7C5C-8272-9015-CF9D-7AE6F2F9E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2EFB8-62A0-9A0F-EA84-FD2E1BE7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18113-5E86-F003-C8BA-AB8400F0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57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D8BBE8-A9DE-8E3F-3559-DEEE5ABB00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A275F-FA3C-8A47-EEB1-04B5CD79D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CBD8A-95FE-0A6C-D43A-0237EDC52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AB7CA-14E0-0A4F-9B0C-5156F2FB6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8B5AA-4032-C7D7-94D4-935838DF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0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6A2663-B560-0BB7-6683-F89782039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ADB94-5EAE-3D87-48FD-950E3F982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A427E-DEFE-5E48-2822-29A7E4823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63318-8D29-4862-AE7A-E4487C76BC8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44BD6-9D92-5DCA-B592-CE8E5FCBB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59B57-8EC3-3DC6-8BDA-5BA05A29C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BB6E6-8B13-4714-ACF0-D5AA5A717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7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llyTextBox4">
            <a:extLst>
              <a:ext uri="{FF2B5EF4-FFF2-40B4-BE49-F238E27FC236}">
                <a16:creationId xmlns:a16="http://schemas.microsoft.com/office/drawing/2014/main" id="{50CB626D-B8A5-7468-40FC-EE158F3C1F25}"/>
              </a:ext>
            </a:extLst>
          </p:cNvPr>
          <p:cNvSpPr txBox="1"/>
          <p:nvPr/>
        </p:nvSpPr>
        <p:spPr>
          <a:xfrm flipV="1">
            <a:off x="943897" y="4567482"/>
            <a:ext cx="103238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QBR stands for quarterly business review. It is a structured meeting held once every three months where a team, department, or vendor presents performance data, reviews progress against goals, and sets priorities for the coming quarter.</a:t>
            </a:r>
          </a:p>
        </p:txBody>
      </p:sp>
      <p:sp>
        <p:nvSpPr>
          <p:cNvPr id="3" name="SullyTextBox5">
            <a:extLst>
              <a:ext uri="{FF2B5EF4-FFF2-40B4-BE49-F238E27FC236}">
                <a16:creationId xmlns:a16="http://schemas.microsoft.com/office/drawing/2014/main" id="{B394BFC1-DC0B-E33A-0B4D-F10612D102E9}"/>
              </a:ext>
            </a:extLst>
          </p:cNvPr>
          <p:cNvSpPr txBox="1"/>
          <p:nvPr/>
        </p:nvSpPr>
        <p:spPr>
          <a:xfrm flipV="1">
            <a:off x="943897" y="5345866"/>
            <a:ext cx="103238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The QBR meaning in business varies slightly depending on context. In customer success and account management, a QBR is typically a client-facing meeting where the vendor demonstrates value delivered and aligns on renewal or expansion goals. In internal settings, a QBR is a leadership-level review where department heads present their quarter’s results to executives and propose next-quarter plans.</a:t>
            </a:r>
          </a:p>
        </p:txBody>
      </p:sp>
      <p:sp>
        <p:nvSpPr>
          <p:cNvPr id="4" name="SullyTextBox2">
            <a:extLst>
              <a:ext uri="{FF2B5EF4-FFF2-40B4-BE49-F238E27FC236}">
                <a16:creationId xmlns:a16="http://schemas.microsoft.com/office/drawing/2014/main" id="{CBE9F01A-381A-5315-E682-CB99909F4654}"/>
              </a:ext>
            </a:extLst>
          </p:cNvPr>
          <p:cNvSpPr txBox="1"/>
          <p:nvPr/>
        </p:nvSpPr>
        <p:spPr>
          <a:xfrm rot="5400000" flipH="1" flipV="1">
            <a:off x="4351298" y="1750061"/>
            <a:ext cx="31433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QBR stands for quarterly business review. It is a structured meeting held once every three months where a team, department, or vendor presents performance data, reviews progress against goals, and sets priorities for the coming quarter.</a:t>
            </a:r>
          </a:p>
        </p:txBody>
      </p:sp>
      <p:sp>
        <p:nvSpPr>
          <p:cNvPr id="5" name="SullyTextBox3">
            <a:extLst>
              <a:ext uri="{FF2B5EF4-FFF2-40B4-BE49-F238E27FC236}">
                <a16:creationId xmlns:a16="http://schemas.microsoft.com/office/drawing/2014/main" id="{D6381F2F-5408-5E5C-FA34-3160253FCBF6}"/>
              </a:ext>
            </a:extLst>
          </p:cNvPr>
          <p:cNvSpPr txBox="1"/>
          <p:nvPr/>
        </p:nvSpPr>
        <p:spPr>
          <a:xfrm rot="16200000" flipV="1">
            <a:off x="7643035" y="1049122"/>
            <a:ext cx="303409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The QBR meaning in business varies slightly depending on context. In customer success and account management, a QBR is typically a client-facing meeting where the vendor demonstrates value delivered and aligns on renewal or expansion goals. In internal settings, a QBR is a leadership-level review where department heads present their quarter’s results to executives and propose next-quarter plans.</a:t>
            </a:r>
          </a:p>
        </p:txBody>
      </p:sp>
      <p:sp>
        <p:nvSpPr>
          <p:cNvPr id="6" name="SullyTextBox1">
            <a:extLst>
              <a:ext uri="{FF2B5EF4-FFF2-40B4-BE49-F238E27FC236}">
                <a16:creationId xmlns:a16="http://schemas.microsoft.com/office/drawing/2014/main" id="{A8A85DFB-A052-887E-61CC-0AE9E99B549B}"/>
              </a:ext>
            </a:extLst>
          </p:cNvPr>
          <p:cNvSpPr txBox="1"/>
          <p:nvPr/>
        </p:nvSpPr>
        <p:spPr>
          <a:xfrm rot="10800000" flipH="1" flipV="1">
            <a:off x="654760" y="1086346"/>
            <a:ext cx="365806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QBR stands for quarterly business review. It is a structured meeting held once every three months where a team, department, or vendor presents performance data, reviews progress against goals, and sets priorities for the coming quarter.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23665-924A-054E-C512-A995B43DEF78}"/>
              </a:ext>
            </a:extLst>
          </p:cNvPr>
          <p:cNvSpPr txBox="1"/>
          <p:nvPr/>
        </p:nvSpPr>
        <p:spPr>
          <a:xfrm>
            <a:off x="517084" y="377694"/>
            <a:ext cx="10750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What Does QBR Stand For?</a:t>
            </a:r>
          </a:p>
        </p:txBody>
      </p:sp>
    </p:spTree>
    <p:extLst>
      <p:ext uri="{BB962C8B-B14F-4D97-AF65-F5344CB8AC3E}">
        <p14:creationId xmlns:p14="http://schemas.microsoft.com/office/powerpoint/2010/main" val="3838895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Poppins</vt:lpstr>
      <vt:lpstr>Poppins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Bagul</dc:creator>
  <cp:lastModifiedBy>Shubham Bagul</cp:lastModifiedBy>
  <cp:revision>1</cp:revision>
  <dcterms:created xsi:type="dcterms:W3CDTF">2026-03-10T06:36:29Z</dcterms:created>
  <dcterms:modified xsi:type="dcterms:W3CDTF">2026-03-10T06:36:58Z</dcterms:modified>
</cp:coreProperties>
</file>