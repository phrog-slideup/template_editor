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323A0-2F72-9DE6-10C3-62D942EFA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F152A-C3C0-1FB8-1FFE-64ADEA48C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20396-F6C4-9AF8-4E63-27FC20DDD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5FEBE-93FB-DDDD-A536-4B1EBAD3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61661-49AF-AE46-27C7-AEBF79F1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72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5CAE-9255-6823-F0AB-8DF7AD6C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78EF9-C34E-5CB2-5B36-673A95F56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32E65-38AC-BF00-886E-6C7C378D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A423A-5339-4799-7F14-88E2E051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A5685-5A04-7ACF-B03A-2B4A5E4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55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8DF9-423A-ED15-2096-E56EE183C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6553E-5F4F-E2AE-148E-FBA667A7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084F8-28FF-E489-1A28-00C536983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E70B5-0B1C-F544-6496-E17E4057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F4250-8325-AED4-7D3F-275CAF27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0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7757-AA77-4D94-007C-94784BC23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5CAEF-21F0-6F56-0DF7-B9B8071AD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0EA42-6AE8-9E15-5A55-3411C4B4C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52731-2A47-72D9-4216-35137D46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9A8A9-81EA-B260-14F1-8899CE162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5CD7D-7F17-CE3E-3805-749E8847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6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504C1-BC66-9D17-6AEA-5D8A100F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1847A-C501-A696-DEC1-DEC85FF32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C6777-0BE6-FB1C-BA3D-EA25B078C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3D84EA-99F3-228F-A75B-93AB1F2872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E31127-7DA3-80AD-E699-CC134F280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435B6E-F8CD-20FF-B822-B17DF6D40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EBDEA-116A-239A-E297-79995BE7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72DBF-D3A6-CDE1-2F54-D7A2259BD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71FD-D793-E2F4-BD1D-C78DF84F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5035F-2591-ADB8-11C4-8272CA27E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B08ECC-B9CA-AEA6-903A-1E8A56F3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BA45D-9B75-2EDD-AD8B-B0B3E684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53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8C67E9-A53D-4B82-970A-BF5FF065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F76EA-BB0A-6E46-960A-68B52B552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A0567-6ABF-E63A-8B65-EF7CABDF2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7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FF0D-DE75-D619-7E59-01C4ED5E9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1A10-FA6A-5FB8-A71E-4918F786E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04FD6-5C20-5838-28D1-084709A64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26D86-EDE9-9E2D-E363-9BD9B1436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EA62C-7ECA-ADE3-6D4B-2AB9BD6BA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7C17D-0770-52DD-18EA-D215C1EE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6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DDE37-A9EC-715A-DEF2-9D55148DB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0C151A-15EA-CB04-7E96-3EF21C315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BDC95-50A3-2EE1-6C7B-CF12A6AFF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9EF5D-8F4B-A5B4-3A28-6B1F1CBE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EF0D4-01BC-08E9-D864-14F7B6E0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B54B0-01F9-29CE-CD4B-D083B80E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02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7D5D2-B6AC-D17E-3A82-BF82A66D1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93D85-3998-464B-394D-A961241A3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3F549-AA71-BC32-7E93-CF97DCBB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D8FAE-FD6B-A0DC-66DB-1374EE83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B782B-0488-3D2D-867B-7A01F090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17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411E9-BF7C-42F8-1D69-86F813C1EB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17117-07BD-2675-BCA3-319CC44FD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88585-A0D9-E743-6527-5533F7E7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A6D6E-3CC2-B4D0-8D46-81BF429B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686B9-7439-16A0-D38B-29E11AAA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76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B2D640-DE3D-7616-A788-A9EA8E8E0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812BD-9226-4851-587E-ED276F609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6B801-484E-6854-C7FE-4588EBC93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6CAF8-7A1F-4367-A321-BDB5CC7D1C3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C8D0B-D72D-07B3-487D-0FC0AB67A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C095D-89A3-5766-64F4-EDB83B1D3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79193-B865-4695-A511-0F977A65F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26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49542-63D3-7143-69EE-DE66C8856921}"/>
              </a:ext>
            </a:extLst>
          </p:cNvPr>
          <p:cNvSpPr txBox="1"/>
          <p:nvPr/>
        </p:nvSpPr>
        <p:spPr>
          <a:xfrm rot="18509452">
            <a:off x="3929746" y="3309256"/>
            <a:ext cx="4158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SAMPLE 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60749-970D-3257-EB0E-41E2C071E454}"/>
              </a:ext>
            </a:extLst>
          </p:cNvPr>
          <p:cNvSpPr txBox="1"/>
          <p:nvPr/>
        </p:nvSpPr>
        <p:spPr>
          <a:xfrm rot="16200000">
            <a:off x="631376" y="3428999"/>
            <a:ext cx="4158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SAMPLE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C0BE1-FAEE-7C36-947B-3019D799D5B3}"/>
              </a:ext>
            </a:extLst>
          </p:cNvPr>
          <p:cNvSpPr txBox="1"/>
          <p:nvPr/>
        </p:nvSpPr>
        <p:spPr>
          <a:xfrm rot="3090548" flipH="1">
            <a:off x="6629404" y="3228945"/>
            <a:ext cx="4158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153119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Namdev Kalbande</dc:creator>
  <cp:lastModifiedBy>Namdev Kalbande</cp:lastModifiedBy>
  <cp:revision>1</cp:revision>
  <dcterms:created xsi:type="dcterms:W3CDTF">2026-01-22T06:04:07Z</dcterms:created>
  <dcterms:modified xsi:type="dcterms:W3CDTF">2026-01-22T06:06:54Z</dcterms:modified>
</cp:coreProperties>
</file>